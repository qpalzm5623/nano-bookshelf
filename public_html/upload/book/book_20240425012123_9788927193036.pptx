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7" r:id="rId2"/>
    <p:sldId id="285" r:id="rId3"/>
    <p:sldId id="288" r:id="rId4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852"/>
    <a:srgbClr val="E27D47"/>
    <a:srgbClr val="AFABA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2814" y="66"/>
      </p:cViewPr>
      <p:guideLst>
        <p:guide orient="horz" pos="336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8CF3F-6403-4F57-B502-CD276BCF69AB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9754F-7983-4D63-B0C4-F35EF4F65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5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5794308" y="10299193"/>
            <a:ext cx="1700927" cy="3349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0359C4-B206-4A52-A9FF-BD4F47B78CD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3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7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B640C024-010C-4829-B20C-42E081CD0A07}" type="datetime1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00359C4-B206-4A52-A9FF-BD4F47B78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04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0" y="1"/>
            <a:ext cx="7559675" cy="889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215900" y="152114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+mn-ea"/>
                <a:ea typeface="+mn-ea"/>
              </a:rPr>
              <a:t>&lt;</a:t>
            </a:r>
            <a:r>
              <a:rPr lang="ko-KR" altLang="en-US" sz="1600" dirty="0">
                <a:latin typeface="+mn-ea"/>
                <a:ea typeface="+mn-ea"/>
              </a:rPr>
              <a:t>강아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너는 </a:t>
            </a:r>
            <a:r>
              <a:rPr lang="ko-KR" altLang="en-US" sz="1600" dirty="0" err="1">
                <a:latin typeface="+mn-ea"/>
                <a:ea typeface="+mn-ea"/>
              </a:rPr>
              <a:t>누구야</a:t>
            </a:r>
            <a:r>
              <a:rPr lang="en-US" altLang="ko-KR" sz="1600" dirty="0">
                <a:latin typeface="+mn-ea"/>
                <a:ea typeface="+mn-ea"/>
              </a:rPr>
              <a:t>?&gt;</a:t>
            </a:r>
          </a:p>
          <a:p>
            <a:r>
              <a:rPr lang="ko-KR" altLang="en-US" sz="1600" baseline="0" dirty="0">
                <a:latin typeface="+mn-ea"/>
                <a:ea typeface="+mn-ea"/>
              </a:rPr>
              <a:t>모니카 </a:t>
            </a:r>
            <a:r>
              <a:rPr lang="ko-KR" altLang="en-US" sz="1600" baseline="0" dirty="0" err="1">
                <a:latin typeface="+mn-ea"/>
                <a:ea typeface="+mn-ea"/>
              </a:rPr>
              <a:t>바이세나비시엔</a:t>
            </a:r>
            <a:r>
              <a:rPr lang="ko-KR" altLang="en-US" sz="1600" baseline="0" dirty="0">
                <a:latin typeface="+mn-ea"/>
                <a:ea typeface="+mn-ea"/>
              </a:rPr>
              <a:t> 저자</a:t>
            </a:r>
            <a:r>
              <a:rPr lang="en-US" altLang="ko-KR" sz="1600" baseline="0" dirty="0">
                <a:latin typeface="+mn-ea"/>
                <a:ea typeface="+mn-ea"/>
              </a:rPr>
              <a:t>(</a:t>
            </a:r>
            <a:r>
              <a:rPr lang="ko-KR" altLang="en-US" sz="1600" baseline="0" dirty="0">
                <a:latin typeface="+mn-ea"/>
                <a:ea typeface="+mn-ea"/>
              </a:rPr>
              <a:t>글</a:t>
            </a:r>
            <a:r>
              <a:rPr lang="en-US" altLang="ko-KR" sz="1600" baseline="0" dirty="0">
                <a:latin typeface="+mn-ea"/>
                <a:ea typeface="+mn-ea"/>
              </a:rPr>
              <a:t>)</a:t>
            </a:r>
            <a:endParaRPr lang="ko-KR" altLang="en-US" sz="1600" dirty="0">
              <a:latin typeface="+mn-ea"/>
              <a:ea typeface="+mn-ea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89837" y="10299193"/>
            <a:ext cx="73800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203196" y="10302460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문체부 훈민정음체" panose="02020603020101020101" pitchFamily="18" charset="-127"/>
                <a:ea typeface="문체부 훈민정음체" panose="02020603020101020101" pitchFamily="18" charset="-127"/>
              </a:rPr>
              <a:t>나노의 책장</a:t>
            </a:r>
          </a:p>
        </p:txBody>
      </p:sp>
      <p:pic>
        <p:nvPicPr>
          <p:cNvPr id="2054" name="Picture 6" descr="강아, 너는 누구야? 대표 이미지">
            <a:extLst>
              <a:ext uri="{FF2B5EF4-FFF2-40B4-BE49-F238E27FC236}">
                <a16:creationId xmlns:a16="http://schemas.microsoft.com/office/drawing/2014/main" id="{8221F50A-BB22-25F1-6CC5-A1B7ADBAD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453" y="54769"/>
            <a:ext cx="769384" cy="77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9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</p:sldLayoutIdLst>
  <p:hf hdr="0" ftr="0" dt="0"/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7" userDrawn="1">
          <p15:clr>
            <a:srgbClr val="F26B43"/>
          </p15:clr>
        </p15:guide>
        <p15:guide id="2" pos="23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B101F-A06F-CEA2-F3F4-DCB009263E1D}"/>
              </a:ext>
            </a:extLst>
          </p:cNvPr>
          <p:cNvSpPr txBox="1"/>
          <p:nvPr/>
        </p:nvSpPr>
        <p:spPr>
          <a:xfrm>
            <a:off x="238840" y="1202330"/>
            <a:ext cx="7120093" cy="821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225" indent="-276225">
              <a:lnSpc>
                <a:spcPts val="3000"/>
              </a:lnSpc>
            </a:pPr>
            <a:r>
              <a:rPr lang="en-US" altLang="ko-KR" sz="2000" dirty="0">
                <a:latin typeface="+mn-ea"/>
              </a:rPr>
              <a:t>1. </a:t>
            </a:r>
            <a:r>
              <a:rPr lang="ko-KR" altLang="en-US" sz="2000" dirty="0">
                <a:latin typeface="+mn-ea"/>
              </a:rPr>
              <a:t>책에 나와있는 </a:t>
            </a:r>
            <a:r>
              <a:rPr lang="en-US" altLang="ko-KR" sz="2000" dirty="0">
                <a:latin typeface="+mn-ea"/>
              </a:rPr>
              <a:t>‘</a:t>
            </a:r>
            <a:r>
              <a:rPr lang="ko-KR" altLang="en-US" sz="2000" dirty="0">
                <a:latin typeface="+mn-ea"/>
              </a:rPr>
              <a:t>강</a:t>
            </a:r>
            <a:r>
              <a:rPr lang="en-US" altLang="ko-KR" sz="2000" dirty="0">
                <a:latin typeface="+mn-ea"/>
              </a:rPr>
              <a:t>’</a:t>
            </a:r>
            <a:r>
              <a:rPr lang="ko-KR" altLang="en-US" sz="2000" dirty="0">
                <a:latin typeface="+mn-ea"/>
              </a:rPr>
              <a:t>을 나타낸 </a:t>
            </a:r>
            <a:r>
              <a:rPr lang="en-US" altLang="ko-KR" sz="2000" dirty="0">
                <a:latin typeface="+mn-ea"/>
              </a:rPr>
              <a:t>3</a:t>
            </a:r>
            <a:r>
              <a:rPr lang="ko-KR" altLang="en-US" sz="2000" dirty="0">
                <a:latin typeface="+mn-ea"/>
              </a:rPr>
              <a:t>가지 표현입니다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>
                <a:latin typeface="+mn-ea"/>
              </a:rPr>
              <a:t>내가 </a:t>
            </a:r>
            <a:r>
              <a:rPr lang="en-US" altLang="ko-KR" sz="2000" dirty="0">
                <a:latin typeface="+mn-ea"/>
              </a:rPr>
              <a:t>‘</a:t>
            </a:r>
            <a:r>
              <a:rPr lang="ko-KR" altLang="en-US" sz="2000" dirty="0">
                <a:latin typeface="+mn-ea"/>
              </a:rPr>
              <a:t>강</a:t>
            </a:r>
            <a:r>
              <a:rPr lang="en-US" altLang="ko-KR" sz="2000" dirty="0">
                <a:latin typeface="+mn-ea"/>
              </a:rPr>
              <a:t>’</a:t>
            </a:r>
            <a:r>
              <a:rPr lang="ko-KR" altLang="en-US" sz="2000" dirty="0">
                <a:latin typeface="+mn-ea"/>
              </a:rPr>
              <a:t>을 생각했을 때 가장 비슷한 표현을 하나 골라보세요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  </a:t>
            </a:r>
            <a:r>
              <a:rPr lang="ko-KR" altLang="en-US" sz="2000" dirty="0">
                <a:latin typeface="+mn-ea"/>
              </a:rPr>
              <a:t>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01459B-5FD9-2932-54F9-0CF5C8D5FEB1}"/>
              </a:ext>
            </a:extLst>
          </p:cNvPr>
          <p:cNvGrpSpPr/>
          <p:nvPr/>
        </p:nvGrpSpPr>
        <p:grpSpPr>
          <a:xfrm>
            <a:off x="880074" y="2655413"/>
            <a:ext cx="2791594" cy="6834070"/>
            <a:chOff x="880074" y="2655413"/>
            <a:chExt cx="2201430" cy="6834070"/>
          </a:xfrm>
        </p:grpSpPr>
        <p:sp>
          <p:nvSpPr>
            <p:cNvPr id="4" name="모서리가 둥근 직사각형 1">
              <a:extLst>
                <a:ext uri="{FF2B5EF4-FFF2-40B4-BE49-F238E27FC236}">
                  <a16:creationId xmlns:a16="http://schemas.microsoft.com/office/drawing/2014/main" id="{0EEA667E-17DF-CCEC-734D-CB98962C5190}"/>
                </a:ext>
              </a:extLst>
            </p:cNvPr>
            <p:cNvSpPr/>
            <p:nvPr/>
          </p:nvSpPr>
          <p:spPr>
            <a:xfrm>
              <a:off x="1055418" y="2655413"/>
              <a:ext cx="1800000" cy="18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모서리가 둥근 직사각형 18">
              <a:extLst>
                <a:ext uri="{FF2B5EF4-FFF2-40B4-BE49-F238E27FC236}">
                  <a16:creationId xmlns:a16="http://schemas.microsoft.com/office/drawing/2014/main" id="{6CB7EE72-03D4-1224-6E42-CAF65F9F3D6D}"/>
                </a:ext>
              </a:extLst>
            </p:cNvPr>
            <p:cNvSpPr/>
            <p:nvPr/>
          </p:nvSpPr>
          <p:spPr>
            <a:xfrm>
              <a:off x="1052215" y="5198093"/>
              <a:ext cx="1800000" cy="18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모서리가 둥근 직사각형 19">
              <a:extLst>
                <a:ext uri="{FF2B5EF4-FFF2-40B4-BE49-F238E27FC236}">
                  <a16:creationId xmlns:a16="http://schemas.microsoft.com/office/drawing/2014/main" id="{31FD9566-33FB-DDFB-6C94-C84EF5E3278C}"/>
                </a:ext>
              </a:extLst>
            </p:cNvPr>
            <p:cNvSpPr/>
            <p:nvPr/>
          </p:nvSpPr>
          <p:spPr>
            <a:xfrm>
              <a:off x="1052213" y="7689483"/>
              <a:ext cx="1800000" cy="18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BACA6F-C4C5-A1E8-92B8-2A36A8F80198}"/>
                </a:ext>
              </a:extLst>
            </p:cNvPr>
            <p:cNvSpPr txBox="1"/>
            <p:nvPr/>
          </p:nvSpPr>
          <p:spPr>
            <a:xfrm>
              <a:off x="880075" y="3933355"/>
              <a:ext cx="2144278" cy="422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ko-KR" altLang="en-US" sz="1500" dirty="0">
                  <a:latin typeface="+mn-ea"/>
                </a:rPr>
                <a:t>강은 실이야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70DACB-833E-290D-14E5-F11336E5E23C}"/>
                </a:ext>
              </a:extLst>
            </p:cNvPr>
            <p:cNvSpPr txBox="1"/>
            <p:nvPr/>
          </p:nvSpPr>
          <p:spPr>
            <a:xfrm>
              <a:off x="880074" y="6423695"/>
              <a:ext cx="2144278" cy="422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ko-KR" altLang="en-US" sz="1500" dirty="0">
                  <a:latin typeface="+mn-ea"/>
                </a:rPr>
                <a:t>강은 여행이야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B54E5F-AFDF-B22D-658B-37E02812E9BE}"/>
                </a:ext>
              </a:extLst>
            </p:cNvPr>
            <p:cNvSpPr txBox="1"/>
            <p:nvPr/>
          </p:nvSpPr>
          <p:spPr>
            <a:xfrm>
              <a:off x="937226" y="8966375"/>
              <a:ext cx="2144278" cy="422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ko-KR" altLang="en-US" sz="1500" dirty="0">
                  <a:latin typeface="+mn-ea"/>
                </a:rPr>
                <a:t>강은 집이야</a:t>
              </a:r>
            </a:p>
          </p:txBody>
        </p:sp>
      </p:grpSp>
      <p:sp>
        <p:nvSpPr>
          <p:cNvPr id="13" name="모서리가 둥근 직사각형 1">
            <a:extLst>
              <a:ext uri="{FF2B5EF4-FFF2-40B4-BE49-F238E27FC236}">
                <a16:creationId xmlns:a16="http://schemas.microsoft.com/office/drawing/2014/main" id="{79971704-9A82-F9E2-9525-54B9529602CB}"/>
              </a:ext>
            </a:extLst>
          </p:cNvPr>
          <p:cNvSpPr/>
          <p:nvPr/>
        </p:nvSpPr>
        <p:spPr>
          <a:xfrm>
            <a:off x="4174703" y="2556163"/>
            <a:ext cx="1800000" cy="1800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388677C9-9185-FAE0-925E-8E30490B39E0}"/>
              </a:ext>
            </a:extLst>
          </p:cNvPr>
          <p:cNvSpPr/>
          <p:nvPr/>
        </p:nvSpPr>
        <p:spPr>
          <a:xfrm>
            <a:off x="4123233" y="5146803"/>
            <a:ext cx="1800000" cy="1800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">
            <a:extLst>
              <a:ext uri="{FF2B5EF4-FFF2-40B4-BE49-F238E27FC236}">
                <a16:creationId xmlns:a16="http://schemas.microsoft.com/office/drawing/2014/main" id="{9CE6178E-67D9-0E2A-8029-9E0DCD7A7F4C}"/>
              </a:ext>
            </a:extLst>
          </p:cNvPr>
          <p:cNvSpPr/>
          <p:nvPr/>
        </p:nvSpPr>
        <p:spPr>
          <a:xfrm>
            <a:off x="4123233" y="7689483"/>
            <a:ext cx="1800000" cy="1800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1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0E472E3D-F8A4-FFE1-E7DF-E802D46B138F}"/>
              </a:ext>
            </a:extLst>
          </p:cNvPr>
          <p:cNvSpPr txBox="1"/>
          <p:nvPr/>
        </p:nvSpPr>
        <p:spPr>
          <a:xfrm>
            <a:off x="238840" y="1202330"/>
            <a:ext cx="7120093" cy="821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225" indent="-276225">
              <a:lnSpc>
                <a:spcPts val="3000"/>
              </a:lnSpc>
            </a:pPr>
            <a:r>
              <a:rPr lang="en-US" altLang="ko-KR" sz="2000" dirty="0">
                <a:latin typeface="+mn-ea"/>
              </a:rPr>
              <a:t>2. </a:t>
            </a:r>
            <a:r>
              <a:rPr lang="ko-KR" altLang="en-US" sz="2000" dirty="0">
                <a:latin typeface="+mn-ea"/>
              </a:rPr>
              <a:t>책 내용 중에서 가장 기억나는 부분은 어디인가요</a:t>
            </a:r>
            <a:r>
              <a:rPr lang="en-US" altLang="ko-KR" sz="2000" dirty="0">
                <a:latin typeface="+mn-ea"/>
              </a:rPr>
              <a:t>? </a:t>
            </a:r>
          </a:p>
          <a:p>
            <a:pPr marL="276225" indent="-276225">
              <a:lnSpc>
                <a:spcPts val="3000"/>
              </a:lnSpc>
            </a:pPr>
            <a:r>
              <a:rPr lang="en-US" altLang="ko-KR" sz="2000" dirty="0">
                <a:latin typeface="+mn-ea"/>
              </a:rPr>
              <a:t>   </a:t>
            </a:r>
            <a:r>
              <a:rPr lang="ko-KR" altLang="en-US" sz="2000" dirty="0">
                <a:latin typeface="+mn-ea"/>
              </a:rPr>
              <a:t>글과 그림으로 표현해보세요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sp>
        <p:nvSpPr>
          <p:cNvPr id="70" name="모서리가 둥근 직사각형 1">
            <a:extLst>
              <a:ext uri="{FF2B5EF4-FFF2-40B4-BE49-F238E27FC236}">
                <a16:creationId xmlns:a16="http://schemas.microsoft.com/office/drawing/2014/main" id="{5040972E-332D-F3C3-BA0E-75A302F19B5C}"/>
              </a:ext>
            </a:extLst>
          </p:cNvPr>
          <p:cNvSpPr/>
          <p:nvPr/>
        </p:nvSpPr>
        <p:spPr>
          <a:xfrm>
            <a:off x="359837" y="2492477"/>
            <a:ext cx="6840000" cy="5243637"/>
          </a:xfrm>
          <a:prstGeom prst="roundRect">
            <a:avLst>
              <a:gd name="adj" fmla="val 578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C6443D2-7C21-B473-F05C-5FFA4A4697A7}"/>
              </a:ext>
            </a:extLst>
          </p:cNvPr>
          <p:cNvGrpSpPr/>
          <p:nvPr/>
        </p:nvGrpSpPr>
        <p:grpSpPr>
          <a:xfrm>
            <a:off x="359837" y="8681642"/>
            <a:ext cx="6840000" cy="778139"/>
            <a:chOff x="306308" y="8888120"/>
            <a:chExt cx="6840000" cy="778139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919475B2-C0E9-2700-FC12-1B836E2BFCEB}"/>
                </a:ext>
              </a:extLst>
            </p:cNvPr>
            <p:cNvCxnSpPr/>
            <p:nvPr/>
          </p:nvCxnSpPr>
          <p:spPr>
            <a:xfrm>
              <a:off x="306308" y="8888120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7FAAE5D-A907-4397-77F8-7DC099915002}"/>
                </a:ext>
              </a:extLst>
            </p:cNvPr>
            <p:cNvCxnSpPr/>
            <p:nvPr/>
          </p:nvCxnSpPr>
          <p:spPr>
            <a:xfrm>
              <a:off x="306308" y="9666259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EF431BE1-F507-1D2E-6E39-4B965BA152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767" y="2170042"/>
            <a:ext cx="828000" cy="828000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A650A992-DCDB-7F03-1584-04EC11C102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37" y="8045327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0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AE4CF79-7533-EFAD-3005-A62D54392EF0}"/>
              </a:ext>
            </a:extLst>
          </p:cNvPr>
          <p:cNvSpPr txBox="1"/>
          <p:nvPr/>
        </p:nvSpPr>
        <p:spPr>
          <a:xfrm>
            <a:off x="219790" y="1200165"/>
            <a:ext cx="7120093" cy="821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225" indent="-276225">
              <a:lnSpc>
                <a:spcPts val="3000"/>
              </a:lnSpc>
            </a:pPr>
            <a:r>
              <a:rPr lang="en-US" altLang="ko-KR" sz="2000" dirty="0">
                <a:latin typeface="+mn-ea"/>
              </a:rPr>
              <a:t>3. </a:t>
            </a:r>
            <a:r>
              <a:rPr lang="ko-KR" altLang="en-US" sz="2000" dirty="0">
                <a:latin typeface="+mn-ea"/>
              </a:rPr>
              <a:t>책을 다 읽고 내가 생각하는 </a:t>
            </a:r>
            <a:r>
              <a:rPr lang="en-US" altLang="ko-KR" sz="2000" dirty="0">
                <a:latin typeface="+mn-ea"/>
              </a:rPr>
              <a:t>‘</a:t>
            </a:r>
            <a:r>
              <a:rPr lang="ko-KR" altLang="en-US" sz="2000" dirty="0">
                <a:latin typeface="+mn-ea"/>
              </a:rPr>
              <a:t>강</a:t>
            </a:r>
            <a:r>
              <a:rPr lang="en-US" altLang="ko-KR" sz="2000" dirty="0">
                <a:latin typeface="+mn-ea"/>
              </a:rPr>
              <a:t>’</a:t>
            </a:r>
            <a:r>
              <a:rPr lang="ko-KR" altLang="en-US" sz="2000" dirty="0">
                <a:latin typeface="+mn-ea"/>
              </a:rPr>
              <a:t>은 무엇인가요</a:t>
            </a:r>
            <a:r>
              <a:rPr lang="en-US" altLang="ko-KR" sz="2000" dirty="0">
                <a:latin typeface="+mn-ea"/>
              </a:rPr>
              <a:t>?</a:t>
            </a:r>
          </a:p>
          <a:p>
            <a:pPr marL="276225" indent="-276225">
              <a:lnSpc>
                <a:spcPts val="3000"/>
              </a:lnSpc>
            </a:pPr>
            <a:r>
              <a:rPr lang="en-US" altLang="ko-KR" sz="2000" dirty="0">
                <a:latin typeface="+mn-ea"/>
              </a:rPr>
              <a:t>   </a:t>
            </a:r>
            <a:r>
              <a:rPr lang="ko-KR" altLang="en-US" sz="2000" dirty="0">
                <a:latin typeface="+mn-ea"/>
              </a:rPr>
              <a:t>해당 부분이 어떤 내용인지 써보고 그 이유도 적어보세요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1" name="모서리가 둥근 직사각형 34">
            <a:extLst>
              <a:ext uri="{FF2B5EF4-FFF2-40B4-BE49-F238E27FC236}">
                <a16:creationId xmlns:a16="http://schemas.microsoft.com/office/drawing/2014/main" id="{C4044F5F-0CFC-75E7-CF73-8E91337FD208}"/>
              </a:ext>
            </a:extLst>
          </p:cNvPr>
          <p:cNvSpPr/>
          <p:nvPr/>
        </p:nvSpPr>
        <p:spPr>
          <a:xfrm>
            <a:off x="359836" y="2287789"/>
            <a:ext cx="6839999" cy="1946584"/>
          </a:xfrm>
          <a:prstGeom prst="roundRect">
            <a:avLst>
              <a:gd name="adj" fmla="val 114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강에 대해 어떻게 생각하나요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?]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D79587B-3D3B-732A-123E-4D9F2F852319}"/>
              </a:ext>
            </a:extLst>
          </p:cNvPr>
          <p:cNvGrpSpPr/>
          <p:nvPr/>
        </p:nvGrpSpPr>
        <p:grpSpPr>
          <a:xfrm>
            <a:off x="429862" y="6119812"/>
            <a:ext cx="6699952" cy="3817309"/>
            <a:chOff x="499883" y="5423247"/>
            <a:chExt cx="6840000" cy="3817309"/>
          </a:xfrm>
        </p:grpSpPr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5F38E10-F29E-2695-D351-1E8081761B2A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5423247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F445AEBF-D0E9-A689-F5B1-0B7E156B5F88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6186709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46CA8771-CCC0-BD24-E422-FB09E6C072EE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6950171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6B683B7-B91A-EAA1-20FB-9AE2C756E1EF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7713633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73A65251-A7CF-2E56-A1CC-BD0DA3698BF4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8477095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0A7BD52-C5C3-9E30-660D-D149398713F0}"/>
                </a:ext>
              </a:extLst>
            </p:cNvPr>
            <p:cNvCxnSpPr>
              <a:cxnSpLocks/>
            </p:cNvCxnSpPr>
            <p:nvPr/>
          </p:nvCxnSpPr>
          <p:spPr>
            <a:xfrm>
              <a:off x="499883" y="9240556"/>
              <a:ext cx="684000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75D82F3F-8022-56A5-4B9A-9B85B7670CE5}"/>
              </a:ext>
            </a:extLst>
          </p:cNvPr>
          <p:cNvSpPr txBox="1"/>
          <p:nvPr/>
        </p:nvSpPr>
        <p:spPr>
          <a:xfrm>
            <a:off x="289815" y="4855114"/>
            <a:ext cx="5043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n-ea"/>
              </a:rPr>
              <a:t>이유를 적어보세요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어떤 이유라도 괜찮아요</a:t>
            </a:r>
            <a:r>
              <a:rPr lang="en-US" altLang="ko-KR" dirty="0">
                <a:latin typeface="+mn-ea"/>
              </a:rPr>
              <a:t>.  </a:t>
            </a:r>
            <a:endParaRPr lang="ko-KR" altLang="en-US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727CB42-AC3F-1C5B-0D73-4462E8B8F9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1" y="5421544"/>
            <a:ext cx="720000" cy="72000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68279A35-48A6-772E-5A32-BF4C78109E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97" y="336785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2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687</TotalTime>
  <Words>83</Words>
  <Application>Microsoft Office PowerPoint</Application>
  <PresentationFormat>사용자 지정</PresentationFormat>
  <Paragraphs>10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문체부 훈민정음체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미래 권</cp:lastModifiedBy>
  <cp:revision>155</cp:revision>
  <dcterms:created xsi:type="dcterms:W3CDTF">2023-08-26T09:14:54Z</dcterms:created>
  <dcterms:modified xsi:type="dcterms:W3CDTF">2024-03-12T07:01:34Z</dcterms:modified>
</cp:coreProperties>
</file>